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75CA9B-5B98-4DD0-8839-C5F616BD5C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94D1BC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BFFC4C-2E07-4E50-93E9-372C49CB27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7633" y="2374305"/>
            <a:ext cx="5114250" cy="1761859"/>
          </a:xfrm>
          <a:prstGeom prst="rect">
            <a:avLst/>
          </a:prstGeom>
          <a:effectLst>
            <a:glow rad="317500">
              <a:schemeClr val="bg1">
                <a:alpha val="15000"/>
              </a:schemeClr>
            </a:glow>
            <a:outerShdw blurRad="63500" sx="110000" sy="110000" algn="ctr" rotWithShape="0">
              <a:schemeClr val="bg1"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526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C13D0C-2E87-46A2-BD47-B5EE178F78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" y="0"/>
            <a:ext cx="121894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C70B7F-F05F-4714-A485-E219909E8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719" y="2337177"/>
            <a:ext cx="7866494" cy="1491078"/>
          </a:xfrm>
        </p:spPr>
        <p:txBody>
          <a:bodyPr anchor="b">
            <a:noAutofit/>
          </a:bodyPr>
          <a:lstStyle>
            <a:lvl1pPr algn="l">
              <a:defRPr sz="4800" cap="all" baseline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F5538-094A-4F6D-8E96-718EE2F0A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6719" y="3932081"/>
            <a:ext cx="7866494" cy="593947"/>
          </a:xfrm>
        </p:spPr>
        <p:txBody>
          <a:bodyPr/>
          <a:lstStyle>
            <a:lvl1pPr marL="74613" indent="0" algn="l">
              <a:buNone/>
              <a:tabLst>
                <a:tab pos="74613" algn="l"/>
              </a:tabLst>
              <a:defRPr sz="2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9EE84E-6A41-4071-846B-A3C392F1AD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1667" y="5954776"/>
            <a:ext cx="2025113" cy="69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163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9DBC24-03AD-4262-BE7D-C79A2400D3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" y="0"/>
            <a:ext cx="121894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C70B7F-F05F-4714-A485-E219909E8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719" y="2337177"/>
            <a:ext cx="7866494" cy="1491078"/>
          </a:xfrm>
        </p:spPr>
        <p:txBody>
          <a:bodyPr anchor="b">
            <a:noAutofit/>
          </a:bodyPr>
          <a:lstStyle>
            <a:lvl1pPr algn="l">
              <a:defRPr sz="4800" cap="none" baseline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lv-LV" noProof="0" dirty="0" err="1"/>
              <a:t>Click</a:t>
            </a:r>
            <a:r>
              <a:rPr lang="lv-LV" noProof="0" dirty="0"/>
              <a:t> to </a:t>
            </a:r>
            <a:r>
              <a:rPr lang="lv-LV" noProof="0" dirty="0" err="1"/>
              <a:t>edit</a:t>
            </a:r>
            <a:r>
              <a:rPr lang="lv-LV" noProof="0" dirty="0"/>
              <a:t> </a:t>
            </a:r>
            <a:r>
              <a:rPr lang="lv-LV" noProof="0" dirty="0" err="1"/>
              <a:t>Master</a:t>
            </a:r>
            <a:r>
              <a:rPr lang="lv-LV" noProof="0" dirty="0"/>
              <a:t> </a:t>
            </a:r>
            <a:r>
              <a:rPr lang="lv-LV" noProof="0" dirty="0" err="1"/>
              <a:t>title</a:t>
            </a:r>
            <a:r>
              <a:rPr lang="lv-LV" noProof="0" dirty="0"/>
              <a:t> </a:t>
            </a:r>
            <a:r>
              <a:rPr lang="lv-LV" noProof="0" dirty="0" err="1"/>
              <a:t>style</a:t>
            </a:r>
            <a:endParaRPr lang="lv-LV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F5538-094A-4F6D-8E96-718EE2F0A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6719" y="3932081"/>
            <a:ext cx="7866494" cy="593947"/>
          </a:xfrm>
        </p:spPr>
        <p:txBody>
          <a:bodyPr/>
          <a:lstStyle>
            <a:lvl1pPr marL="63500" indent="0" algn="l">
              <a:buNone/>
              <a:defRPr sz="2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v-LV" noProof="0" dirty="0" err="1"/>
              <a:t>Click</a:t>
            </a:r>
            <a:r>
              <a:rPr lang="lv-LV" noProof="0" dirty="0"/>
              <a:t> to </a:t>
            </a:r>
            <a:r>
              <a:rPr lang="lv-LV" noProof="0" dirty="0" err="1"/>
              <a:t>edit</a:t>
            </a:r>
            <a:r>
              <a:rPr lang="lv-LV" noProof="0" dirty="0"/>
              <a:t> </a:t>
            </a:r>
            <a:r>
              <a:rPr lang="lv-LV" noProof="0" dirty="0" err="1"/>
              <a:t>Master</a:t>
            </a:r>
            <a:r>
              <a:rPr lang="lv-LV" noProof="0" dirty="0"/>
              <a:t> </a:t>
            </a:r>
            <a:r>
              <a:rPr lang="lv-LV" noProof="0" dirty="0" err="1"/>
              <a:t>subtitle</a:t>
            </a:r>
            <a:r>
              <a:rPr lang="lv-LV" noProof="0" dirty="0"/>
              <a:t> </a:t>
            </a:r>
            <a:r>
              <a:rPr lang="lv-LV" noProof="0" dirty="0" err="1"/>
              <a:t>style</a:t>
            </a:r>
            <a:endParaRPr lang="lv-LV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9EE84E-6A41-4071-846B-A3C392F1AD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1667" y="5954776"/>
            <a:ext cx="2025113" cy="69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773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E1FEFA-416F-491B-B3C4-A831E00258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7" r="-135453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FAC2C5-D5B2-483E-A9EC-9378AA6B2C9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1667" y="5954776"/>
            <a:ext cx="2025113" cy="697651"/>
          </a:xfrm>
          <a:prstGeom prst="rect">
            <a:avLst/>
          </a:prstGeom>
        </p:spPr>
      </p:pic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0CBC5A2-0CD8-4494-B546-11D6E9F95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930" y="365125"/>
            <a:ext cx="8468170" cy="950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AB77B31-FFEA-4DCA-9F22-6AE467FC4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931" y="1435693"/>
            <a:ext cx="9356932" cy="4614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aseline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defRPr>
            </a:lvl1pPr>
            <a:lvl2pPr>
              <a:defRPr baseline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defRPr>
            </a:lvl2pPr>
            <a:lvl3pPr>
              <a:defRPr baseline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368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B26897-7FE4-4C9A-ADB4-5AE5B40A96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" y="0"/>
            <a:ext cx="12189460" cy="6858000"/>
          </a:xfrm>
          <a:prstGeom prst="rect">
            <a:avLst/>
          </a:prstGeom>
        </p:spPr>
      </p:pic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0CBC5A2-0CD8-4494-B546-11D6E9F95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930" y="365125"/>
            <a:ext cx="8468170" cy="950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AB77B31-FFEA-4DCA-9F22-6AE467FC4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931" y="1435693"/>
            <a:ext cx="9356932" cy="4614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aseline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2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F8C5FF-35A0-40D5-A2E3-CD9140BE6E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1666" y="176982"/>
            <a:ext cx="2025113" cy="69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012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EEE700-E070-46AF-B8FA-1086004F38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1667" y="5954776"/>
            <a:ext cx="2025113" cy="697651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B784A5F-71AB-4C1A-91FB-23C024DD5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3151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8EFAC-0880-66BD-8755-64A675141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365125"/>
            <a:ext cx="11232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07C08D2-7854-1F61-6687-AF9B7B80E8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2077623"/>
            <a:ext cx="11233150" cy="4320002"/>
          </a:xfrm>
        </p:spPr>
        <p:txBody>
          <a:bodyPr/>
          <a:lstStyle>
            <a:lvl1pPr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3550920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0A754A-F084-4016-920B-BFE23E278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0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7B36E-C181-4F21-BDC5-385F91136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5693"/>
            <a:ext cx="10515600" cy="4741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4721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>
              <a:lumMod val="50000"/>
            </a:schemeClr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 baseline="0">
          <a:solidFill>
            <a:schemeClr val="tx1">
              <a:lumMod val="50000"/>
            </a:schemeClr>
          </a:solidFill>
          <a:latin typeface="Aptos" panose="020B0004020202020204" pitchFamily="34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50000"/>
            </a:schemeClr>
          </a:solidFill>
          <a:latin typeface="Aptos" panose="020B0004020202020204" pitchFamily="34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>
              <a:lumMod val="50000"/>
            </a:schemeClr>
          </a:solidFill>
          <a:latin typeface="Aptos" panose="020B0004020202020204" pitchFamily="34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124F8E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124F8E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BC755-0A6E-A424-33DD-59E1EF9D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5" y="137543"/>
            <a:ext cx="8468170" cy="950927"/>
          </a:xfrm>
        </p:spPr>
        <p:txBody>
          <a:bodyPr/>
          <a:lstStyle/>
          <a:p>
            <a:r>
              <a:rPr lang="en-GB" dirty="0" err="1"/>
              <a:t>Darba</a:t>
            </a:r>
            <a:r>
              <a:rPr lang="en-GB" dirty="0"/>
              <a:t> </a:t>
            </a:r>
            <a:r>
              <a:rPr lang="en-GB" dirty="0" err="1"/>
              <a:t>lapa</a:t>
            </a:r>
            <a:r>
              <a:rPr lang="en-GB" dirty="0"/>
              <a:t>: </a:t>
            </a:r>
            <a:r>
              <a:rPr lang="en-GB" dirty="0" err="1"/>
              <a:t>Pāris</a:t>
            </a:r>
            <a:r>
              <a:rPr lang="en-GB" dirty="0"/>
              <a:t>/</a:t>
            </a:r>
            <a:r>
              <a:rPr lang="en-GB" dirty="0" err="1"/>
              <a:t>Vārds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6CE801-C9D2-6F35-84B7-C9A6FFC75C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2281128"/>
              </p:ext>
            </p:extLst>
          </p:nvPr>
        </p:nvGraphicFramePr>
        <p:xfrm>
          <a:off x="314135" y="1116418"/>
          <a:ext cx="11710225" cy="4525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685">
                  <a:extLst>
                    <a:ext uri="{9D8B030D-6E8A-4147-A177-3AD203B41FA5}">
                      <a16:colId xmlns:a16="http://schemas.microsoft.com/office/drawing/2014/main" val="2737524943"/>
                    </a:ext>
                  </a:extLst>
                </a:gridCol>
                <a:gridCol w="5627300">
                  <a:extLst>
                    <a:ext uri="{9D8B030D-6E8A-4147-A177-3AD203B41FA5}">
                      <a16:colId xmlns:a16="http://schemas.microsoft.com/office/drawing/2014/main" val="295174116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925446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631288458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94464076"/>
                    </a:ext>
                  </a:extLst>
                </a:gridCol>
              </a:tblGrid>
              <a:tr h="421911">
                <a:tc>
                  <a:txBody>
                    <a:bodyPr/>
                    <a:lstStyle/>
                    <a:p>
                      <a:r>
                        <a:rPr lang="en-GB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Kartīte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Bezmaksas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Iestādes</a:t>
                      </a:r>
                      <a:r>
                        <a:rPr lang="en-GB" dirty="0"/>
                        <a:t> 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Kursa</a:t>
                      </a:r>
                      <a:r>
                        <a:rPr lang="en-GB" dirty="0"/>
                        <a:t> Claude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373950"/>
                  </a:ext>
                </a:extLst>
              </a:tr>
              <a:tr h="72823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 err="1">
                          <a:solidFill>
                            <a:srgbClr val="061D35"/>
                          </a:solidFill>
                          <a:latin typeface="Aptos"/>
                        </a:rPr>
                        <a:t>Produkcijas</a:t>
                      </a:r>
                      <a:r>
                        <a:rPr lang="en-GB" sz="1800" b="0" i="0" dirty="0">
                          <a:solidFill>
                            <a:srgbClr val="061D35"/>
                          </a:solidFill>
                          <a:latin typeface="Aptos"/>
                        </a:rPr>
                        <a:t> </a:t>
                      </a:r>
                      <a:r>
                        <a:rPr lang="en-GB" sz="1800" b="0" i="0" dirty="0" err="1">
                          <a:solidFill>
                            <a:srgbClr val="061D35"/>
                          </a:solidFill>
                          <a:latin typeface="Aptos"/>
                        </a:rPr>
                        <a:t>vides</a:t>
                      </a:r>
                      <a:r>
                        <a:rPr lang="en-GB" sz="1800" b="0" i="0" dirty="0">
                          <a:solidFill>
                            <a:srgbClr val="061D35"/>
                          </a:solidFill>
                          <a:latin typeface="Aptos"/>
                        </a:rPr>
                        <a:t> </a:t>
                      </a:r>
                      <a:r>
                        <a:rPr lang="en-GB" sz="1800" b="0" i="0" dirty="0" err="1">
                          <a:solidFill>
                            <a:srgbClr val="061D35"/>
                          </a:solidFill>
                          <a:latin typeface="Aptos"/>
                        </a:rPr>
                        <a:t>žurnāls</a:t>
                      </a:r>
                      <a:r>
                        <a:rPr lang="en-GB" sz="1800" b="0" i="0" dirty="0">
                          <a:solidFill>
                            <a:srgbClr val="061D35"/>
                          </a:solidFill>
                          <a:latin typeface="Aptos"/>
                        </a:rPr>
                        <a:t> (production log) </a:t>
                      </a:r>
                      <a:r>
                        <a:rPr lang="en-GB" sz="1800" b="0" i="0" dirty="0" err="1">
                          <a:solidFill>
                            <a:srgbClr val="061D35"/>
                          </a:solidFill>
                          <a:latin typeface="Aptos"/>
                        </a:rPr>
                        <a:t>ar</a:t>
                      </a:r>
                      <a:r>
                        <a:rPr lang="en-GB" sz="1800" b="0" i="0" dirty="0">
                          <a:solidFill>
                            <a:srgbClr val="061D35"/>
                          </a:solidFill>
                          <a:latin typeface="Aptos"/>
                        </a:rPr>
                        <a:t> personas </a:t>
                      </a:r>
                      <a:r>
                        <a:rPr lang="en-GB" sz="1800" b="0" i="0" dirty="0" err="1">
                          <a:solidFill>
                            <a:srgbClr val="061D35"/>
                          </a:solidFill>
                          <a:latin typeface="Aptos"/>
                        </a:rPr>
                        <a:t>kodiem</a:t>
                      </a:r>
                      <a:endParaRPr lang="en-GB" sz="1800" b="0" i="0" dirty="0">
                        <a:solidFill>
                          <a:srgbClr val="061D35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443905"/>
                  </a:ext>
                </a:extLst>
              </a:tr>
              <a:tr h="421911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 err="1">
                          <a:solidFill>
                            <a:srgbClr val="061D35"/>
                          </a:solidFill>
                          <a:latin typeface="Aptos"/>
                        </a:rPr>
                        <a:t>Sintētisks</a:t>
                      </a:r>
                      <a:r>
                        <a:rPr lang="en-GB" sz="1800" b="0" i="0" dirty="0">
                          <a:solidFill>
                            <a:srgbClr val="061D35"/>
                          </a:solidFill>
                          <a:latin typeface="Aptos"/>
                        </a:rPr>
                        <a:t> 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457933"/>
                  </a:ext>
                </a:extLst>
              </a:tr>
              <a:tr h="421911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 err="1">
                          <a:solidFill>
                            <a:srgbClr val="061D35"/>
                          </a:solidFill>
                          <a:latin typeface="Aptos"/>
                        </a:rPr>
                        <a:t>Piegādātāja</a:t>
                      </a:r>
                      <a:r>
                        <a:rPr lang="en-GB" sz="1800" b="0" i="0" dirty="0">
                          <a:solidFill>
                            <a:srgbClr val="061D35"/>
                          </a:solidFill>
                          <a:latin typeface="Aptos"/>
                        </a:rPr>
                        <a:t> </a:t>
                      </a:r>
                      <a:r>
                        <a:rPr lang="en-GB" sz="1800" b="0" i="0" dirty="0" err="1">
                          <a:solidFill>
                            <a:srgbClr val="061D35"/>
                          </a:solidFill>
                          <a:latin typeface="Aptos"/>
                        </a:rPr>
                        <a:t>kods</a:t>
                      </a:r>
                      <a:r>
                        <a:rPr lang="en-GB" sz="1800" b="0" i="0" dirty="0">
                          <a:solidFill>
                            <a:srgbClr val="061D35"/>
                          </a:solidFill>
                          <a:latin typeface="Aptos"/>
                        </a:rPr>
                        <a:t> </a:t>
                      </a:r>
                      <a:r>
                        <a:rPr lang="en-GB" sz="1800" b="0" i="0" dirty="0" err="1">
                          <a:solidFill>
                            <a:srgbClr val="061D35"/>
                          </a:solidFill>
                          <a:latin typeface="Aptos"/>
                        </a:rPr>
                        <a:t>ar</a:t>
                      </a:r>
                      <a:r>
                        <a:rPr lang="en-GB" sz="1800" b="0" i="0" dirty="0">
                          <a:solidFill>
                            <a:srgbClr val="061D35"/>
                          </a:solidFill>
                          <a:latin typeface="Aptos"/>
                        </a:rPr>
                        <a:t> </a:t>
                      </a:r>
                      <a:r>
                        <a:rPr lang="en-GB" sz="1800" b="0" i="0" dirty="0" err="1">
                          <a:solidFill>
                            <a:srgbClr val="061D35"/>
                          </a:solidFill>
                          <a:latin typeface="Aptos"/>
                        </a:rPr>
                        <a:t>konfidencialitātes</a:t>
                      </a:r>
                      <a:r>
                        <a:rPr lang="en-GB" sz="1800" b="0" i="0" dirty="0">
                          <a:solidFill>
                            <a:srgbClr val="061D35"/>
                          </a:solidFill>
                          <a:latin typeface="Aptos"/>
                        </a:rPr>
                        <a:t> </a:t>
                      </a:r>
                      <a:r>
                        <a:rPr lang="en-GB" sz="1800" b="0" i="0" dirty="0" err="1">
                          <a:solidFill>
                            <a:srgbClr val="061D35"/>
                          </a:solidFill>
                          <a:latin typeface="Aptos"/>
                        </a:rPr>
                        <a:t>līgumu</a:t>
                      </a:r>
                      <a:r>
                        <a:rPr lang="en-GB" sz="1800" b="0" i="0" dirty="0">
                          <a:solidFill>
                            <a:srgbClr val="061D35"/>
                          </a:solidFill>
                          <a:latin typeface="Aptos"/>
                        </a:rPr>
                        <a:t> (NDA)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29670"/>
                  </a:ext>
                </a:extLst>
              </a:tr>
              <a:tr h="421911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0" i="0" dirty="0">
                          <a:solidFill>
                            <a:srgbClr val="061D35"/>
                          </a:solidFill>
                          <a:latin typeface="Aptos"/>
                        </a:rPr>
                        <a:t>Kļūdas pēdas (stack trace) ar serveru nosaukumiem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63861"/>
                  </a:ext>
                </a:extLst>
              </a:tr>
              <a:tr h="421911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 err="1">
                          <a:solidFill>
                            <a:srgbClr val="061D35"/>
                          </a:solidFill>
                          <a:latin typeface="Aptos"/>
                        </a:rPr>
                        <a:t>Publiska</a:t>
                      </a:r>
                      <a:r>
                        <a:rPr lang="en-GB" sz="1800" b="0" i="0" dirty="0">
                          <a:solidFill>
                            <a:srgbClr val="061D35"/>
                          </a:solidFill>
                          <a:latin typeface="Aptos"/>
                        </a:rPr>
                        <a:t> API </a:t>
                      </a:r>
                      <a:r>
                        <a:rPr lang="en-GB" sz="1800" b="0" i="0" dirty="0" err="1">
                          <a:solidFill>
                            <a:srgbClr val="061D35"/>
                          </a:solidFill>
                          <a:latin typeface="Aptos"/>
                        </a:rPr>
                        <a:t>dokumentācija</a:t>
                      </a:r>
                      <a:endParaRPr lang="en-GB" sz="1800" b="0" i="0" dirty="0">
                        <a:solidFill>
                          <a:srgbClr val="061D35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061813"/>
                  </a:ext>
                </a:extLst>
              </a:tr>
              <a:tr h="421911"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rgbClr val="061D35"/>
                          </a:solidFill>
                          <a:latin typeface="Consolas"/>
                        </a:rPr>
                        <a:t>.env</a:t>
                      </a:r>
                      <a:r>
                        <a:rPr lang="en-GB" sz="1800" b="0" i="0" dirty="0">
                          <a:solidFill>
                            <a:srgbClr val="061D35"/>
                          </a:solidFill>
                          <a:latin typeface="Aptos"/>
                        </a:rPr>
                        <a:t> fails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524426"/>
                  </a:ext>
                </a:extLst>
              </a:tr>
              <a:tr h="421911"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 err="1">
                          <a:solidFill>
                            <a:srgbClr val="061D35"/>
                          </a:solidFill>
                          <a:latin typeface="Aptos"/>
                        </a:rPr>
                        <a:t>Produkcijas</a:t>
                      </a:r>
                      <a:r>
                        <a:rPr lang="en-GB" sz="1800" b="0" i="0" dirty="0">
                          <a:solidFill>
                            <a:srgbClr val="061D35"/>
                          </a:solidFill>
                          <a:latin typeface="Aptos"/>
                        </a:rPr>
                        <a:t> </a:t>
                      </a:r>
                      <a:r>
                        <a:rPr lang="en-GB" sz="1800" b="0" i="0" dirty="0" err="1">
                          <a:solidFill>
                            <a:srgbClr val="061D35"/>
                          </a:solidFill>
                          <a:latin typeface="Aptos"/>
                        </a:rPr>
                        <a:t>datubāzes</a:t>
                      </a:r>
                      <a:r>
                        <a:rPr lang="en-GB" sz="1800" b="0" i="0" dirty="0">
                          <a:solidFill>
                            <a:srgbClr val="061D35"/>
                          </a:solidFill>
                          <a:latin typeface="Aptos"/>
                        </a:rPr>
                        <a:t> </a:t>
                      </a:r>
                      <a:r>
                        <a:rPr lang="en-GB" sz="1800" b="0" i="0" dirty="0" err="1">
                          <a:solidFill>
                            <a:srgbClr val="061D35"/>
                          </a:solidFill>
                          <a:latin typeface="Aptos"/>
                        </a:rPr>
                        <a:t>shēma</a:t>
                      </a:r>
                      <a:r>
                        <a:rPr lang="en-GB" sz="1800" b="0" i="0" dirty="0">
                          <a:solidFill>
                            <a:srgbClr val="061D35"/>
                          </a:solidFill>
                          <a:latin typeface="Aptos"/>
                        </a:rPr>
                        <a:t> (DB schema)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077353"/>
                  </a:ext>
                </a:extLst>
              </a:tr>
              <a:tr h="421911"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dirty="0">
                          <a:solidFill>
                            <a:srgbClr val="061D35"/>
                          </a:solidFill>
                          <a:latin typeface="Aptos"/>
                        </a:rPr>
                        <a:t>“</a:t>
                      </a:r>
                      <a:r>
                        <a:rPr lang="en-GB" sz="1800" b="0" i="0" dirty="0" err="1">
                          <a:solidFill>
                            <a:srgbClr val="061D35"/>
                          </a:solidFill>
                          <a:latin typeface="Aptos"/>
                        </a:rPr>
                        <a:t>Pseidonimizēts</a:t>
                      </a:r>
                      <a:r>
                        <a:rPr lang="en-GB" sz="1800" b="0" i="0" dirty="0">
                          <a:solidFill>
                            <a:srgbClr val="061D35"/>
                          </a:solidFill>
                          <a:latin typeface="Aptos"/>
                        </a:rPr>
                        <a:t>” </a:t>
                      </a:r>
                      <a:r>
                        <a:rPr lang="en-GB" sz="1800" b="0" i="0" dirty="0" err="1">
                          <a:solidFill>
                            <a:srgbClr val="061D35"/>
                          </a:solidFill>
                          <a:latin typeface="Aptos"/>
                        </a:rPr>
                        <a:t>eksports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366367"/>
                  </a:ext>
                </a:extLst>
              </a:tr>
              <a:tr h="421911"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lv-LV" sz="1800" b="0" i="0" dirty="0" err="1">
                          <a:solidFill>
                            <a:srgbClr val="061D35"/>
                          </a:solidFill>
                          <a:latin typeface="Aptos"/>
                        </a:rPr>
                        <a:t>Jira</a:t>
                      </a:r>
                      <a:r>
                        <a:rPr lang="lv-LV" sz="1800" b="0" i="0" dirty="0">
                          <a:solidFill>
                            <a:srgbClr val="061D35"/>
                          </a:solidFill>
                          <a:latin typeface="Aptos"/>
                        </a:rPr>
                        <a:t> pieteikums ar komentāriem un ekrānuzņēmumu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888386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68E51DFA-E580-28D1-9170-9810E3C5E6A4}"/>
              </a:ext>
            </a:extLst>
          </p:cNvPr>
          <p:cNvSpPr/>
          <p:nvPr/>
        </p:nvSpPr>
        <p:spPr>
          <a:xfrm>
            <a:off x="6939810" y="1640129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A067E31-CF40-7EFF-60AF-A2D4DDEF7159}"/>
              </a:ext>
            </a:extLst>
          </p:cNvPr>
          <p:cNvSpPr/>
          <p:nvPr/>
        </p:nvSpPr>
        <p:spPr>
          <a:xfrm>
            <a:off x="7368655" y="1650762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9DFB5C-216C-647C-E59C-63F431677F84}"/>
              </a:ext>
            </a:extLst>
          </p:cNvPr>
          <p:cNvSpPr/>
          <p:nvPr/>
        </p:nvSpPr>
        <p:spPr>
          <a:xfrm>
            <a:off x="7797500" y="1650762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892EC33-7F06-1B86-D403-AEBF59F58667}"/>
              </a:ext>
            </a:extLst>
          </p:cNvPr>
          <p:cNvSpPr/>
          <p:nvPr/>
        </p:nvSpPr>
        <p:spPr>
          <a:xfrm>
            <a:off x="10530058" y="1629496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88858D7-DB5C-F0B3-CE0A-A978C0CC9A34}"/>
              </a:ext>
            </a:extLst>
          </p:cNvPr>
          <p:cNvSpPr/>
          <p:nvPr/>
        </p:nvSpPr>
        <p:spPr>
          <a:xfrm>
            <a:off x="10958903" y="1640129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3187F2-F437-462A-DD4D-6EEFCA217F28}"/>
              </a:ext>
            </a:extLst>
          </p:cNvPr>
          <p:cNvSpPr/>
          <p:nvPr/>
        </p:nvSpPr>
        <p:spPr>
          <a:xfrm>
            <a:off x="11387748" y="1640129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296D41D-CD49-2DD6-F86D-45411C71E312}"/>
              </a:ext>
            </a:extLst>
          </p:cNvPr>
          <p:cNvSpPr/>
          <p:nvPr/>
        </p:nvSpPr>
        <p:spPr>
          <a:xfrm>
            <a:off x="8653850" y="1629496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30E58E6-7043-5518-B6D6-73456B5C7FE6}"/>
              </a:ext>
            </a:extLst>
          </p:cNvPr>
          <p:cNvSpPr/>
          <p:nvPr/>
        </p:nvSpPr>
        <p:spPr>
          <a:xfrm>
            <a:off x="9082695" y="1640129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751DECF-CA1C-A5BE-4040-EBA17C344D4A}"/>
              </a:ext>
            </a:extLst>
          </p:cNvPr>
          <p:cNvSpPr/>
          <p:nvPr/>
        </p:nvSpPr>
        <p:spPr>
          <a:xfrm>
            <a:off x="9511540" y="1640129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9CE2EFE-AFE8-21B5-018C-E0AB01872BEF}"/>
              </a:ext>
            </a:extLst>
          </p:cNvPr>
          <p:cNvSpPr/>
          <p:nvPr/>
        </p:nvSpPr>
        <p:spPr>
          <a:xfrm>
            <a:off x="6939810" y="2283183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8C2D94B-FBB0-2891-CCBF-10670F1A53B1}"/>
              </a:ext>
            </a:extLst>
          </p:cNvPr>
          <p:cNvSpPr/>
          <p:nvPr/>
        </p:nvSpPr>
        <p:spPr>
          <a:xfrm>
            <a:off x="7368655" y="2293816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53715AB-4D6C-3575-392E-0B21F4373F5A}"/>
              </a:ext>
            </a:extLst>
          </p:cNvPr>
          <p:cNvSpPr/>
          <p:nvPr/>
        </p:nvSpPr>
        <p:spPr>
          <a:xfrm>
            <a:off x="7797500" y="2293816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2C90549-7A25-A5AF-2FF2-9E0FAE353BFC}"/>
              </a:ext>
            </a:extLst>
          </p:cNvPr>
          <p:cNvSpPr/>
          <p:nvPr/>
        </p:nvSpPr>
        <p:spPr>
          <a:xfrm>
            <a:off x="6939810" y="2761432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5F9E7C0-CC06-3C8D-7177-F227557C2D77}"/>
              </a:ext>
            </a:extLst>
          </p:cNvPr>
          <p:cNvSpPr/>
          <p:nvPr/>
        </p:nvSpPr>
        <p:spPr>
          <a:xfrm>
            <a:off x="7368655" y="2772065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EBC95EF-B9C3-DDA1-B237-5D4ADDD0E757}"/>
              </a:ext>
            </a:extLst>
          </p:cNvPr>
          <p:cNvSpPr/>
          <p:nvPr/>
        </p:nvSpPr>
        <p:spPr>
          <a:xfrm>
            <a:off x="7797500" y="2772065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BA494C2-42C2-C071-EC75-6A7571EDE26C}"/>
              </a:ext>
            </a:extLst>
          </p:cNvPr>
          <p:cNvSpPr/>
          <p:nvPr/>
        </p:nvSpPr>
        <p:spPr>
          <a:xfrm>
            <a:off x="6939810" y="3178015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E8FC90C-ED5D-F965-D9B7-B1C190B90ABF}"/>
              </a:ext>
            </a:extLst>
          </p:cNvPr>
          <p:cNvSpPr/>
          <p:nvPr/>
        </p:nvSpPr>
        <p:spPr>
          <a:xfrm>
            <a:off x="7368655" y="3188648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13D8606-8E99-6BB5-0C59-69E76B32500D}"/>
              </a:ext>
            </a:extLst>
          </p:cNvPr>
          <p:cNvSpPr/>
          <p:nvPr/>
        </p:nvSpPr>
        <p:spPr>
          <a:xfrm>
            <a:off x="7797500" y="3188648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D88CE8A-2BA5-27E7-7F5C-CDF0D84518B3}"/>
              </a:ext>
            </a:extLst>
          </p:cNvPr>
          <p:cNvSpPr/>
          <p:nvPr/>
        </p:nvSpPr>
        <p:spPr>
          <a:xfrm>
            <a:off x="6939810" y="3576045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4BF7E76-FCB6-2C6F-4028-640ED959BC44}"/>
              </a:ext>
            </a:extLst>
          </p:cNvPr>
          <p:cNvSpPr/>
          <p:nvPr/>
        </p:nvSpPr>
        <p:spPr>
          <a:xfrm>
            <a:off x="7368655" y="3586678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A538005-34BA-99E4-2AE1-03060FE1CD45}"/>
              </a:ext>
            </a:extLst>
          </p:cNvPr>
          <p:cNvSpPr/>
          <p:nvPr/>
        </p:nvSpPr>
        <p:spPr>
          <a:xfrm>
            <a:off x="7797500" y="3586678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B3FFF78-65B7-41E2-094D-900F37A9B913}"/>
              </a:ext>
            </a:extLst>
          </p:cNvPr>
          <p:cNvSpPr/>
          <p:nvPr/>
        </p:nvSpPr>
        <p:spPr>
          <a:xfrm>
            <a:off x="6939810" y="3984708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C80DA82-0657-1C70-831D-32C4C6347208}"/>
              </a:ext>
            </a:extLst>
          </p:cNvPr>
          <p:cNvSpPr/>
          <p:nvPr/>
        </p:nvSpPr>
        <p:spPr>
          <a:xfrm>
            <a:off x="7368655" y="3995341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044F37E-60C6-0564-5AB3-DD58714195F0}"/>
              </a:ext>
            </a:extLst>
          </p:cNvPr>
          <p:cNvSpPr/>
          <p:nvPr/>
        </p:nvSpPr>
        <p:spPr>
          <a:xfrm>
            <a:off x="7797500" y="3995341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2AD3EEB-71DF-3A21-0B24-939A036C49B8}"/>
              </a:ext>
            </a:extLst>
          </p:cNvPr>
          <p:cNvSpPr/>
          <p:nvPr/>
        </p:nvSpPr>
        <p:spPr>
          <a:xfrm>
            <a:off x="6939810" y="4404004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23BBDD99-3DA9-82CC-5F48-4797FB5B3636}"/>
              </a:ext>
            </a:extLst>
          </p:cNvPr>
          <p:cNvSpPr/>
          <p:nvPr/>
        </p:nvSpPr>
        <p:spPr>
          <a:xfrm>
            <a:off x="7368655" y="4414637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F0FC379F-6B26-424D-289B-935F9A26BFD6}"/>
              </a:ext>
            </a:extLst>
          </p:cNvPr>
          <p:cNvSpPr/>
          <p:nvPr/>
        </p:nvSpPr>
        <p:spPr>
          <a:xfrm>
            <a:off x="7797500" y="4414637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C904A1D9-9414-BA59-A1C6-F8BA36CAE4FF}"/>
              </a:ext>
            </a:extLst>
          </p:cNvPr>
          <p:cNvSpPr/>
          <p:nvPr/>
        </p:nvSpPr>
        <p:spPr>
          <a:xfrm>
            <a:off x="6939810" y="4858120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A900AFC1-C47B-C2D4-0DD2-BF06AAC88D62}"/>
              </a:ext>
            </a:extLst>
          </p:cNvPr>
          <p:cNvSpPr/>
          <p:nvPr/>
        </p:nvSpPr>
        <p:spPr>
          <a:xfrm>
            <a:off x="7368655" y="4868753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9F3E591-7C19-56A1-BEB2-8561177B8914}"/>
              </a:ext>
            </a:extLst>
          </p:cNvPr>
          <p:cNvSpPr/>
          <p:nvPr/>
        </p:nvSpPr>
        <p:spPr>
          <a:xfrm>
            <a:off x="7797500" y="4868753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3B6BCC6-7519-D8AD-BEA7-EB4784142B58}"/>
              </a:ext>
            </a:extLst>
          </p:cNvPr>
          <p:cNvSpPr/>
          <p:nvPr/>
        </p:nvSpPr>
        <p:spPr>
          <a:xfrm>
            <a:off x="6939810" y="5249983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CE0B851-AAFD-4810-E0FB-1CB794AB2596}"/>
              </a:ext>
            </a:extLst>
          </p:cNvPr>
          <p:cNvSpPr/>
          <p:nvPr/>
        </p:nvSpPr>
        <p:spPr>
          <a:xfrm>
            <a:off x="7368655" y="5260616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89E69D3-4B3A-59A5-4613-BDCF9561C5F3}"/>
              </a:ext>
            </a:extLst>
          </p:cNvPr>
          <p:cNvSpPr/>
          <p:nvPr/>
        </p:nvSpPr>
        <p:spPr>
          <a:xfrm>
            <a:off x="7797500" y="5260616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99B6294A-B864-E67D-00FA-71E03B3572CB}"/>
              </a:ext>
            </a:extLst>
          </p:cNvPr>
          <p:cNvSpPr/>
          <p:nvPr/>
        </p:nvSpPr>
        <p:spPr>
          <a:xfrm>
            <a:off x="8624395" y="5249983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F2DBE632-A9B6-E551-C399-64CC0A34E012}"/>
              </a:ext>
            </a:extLst>
          </p:cNvPr>
          <p:cNvSpPr/>
          <p:nvPr/>
        </p:nvSpPr>
        <p:spPr>
          <a:xfrm>
            <a:off x="9053240" y="5260616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794BFF58-7B94-9EB2-9EC7-29573CE7AC28}"/>
              </a:ext>
            </a:extLst>
          </p:cNvPr>
          <p:cNvSpPr/>
          <p:nvPr/>
        </p:nvSpPr>
        <p:spPr>
          <a:xfrm>
            <a:off x="9482085" y="5260616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C10C5C27-0C67-FE8F-2B28-AF42D0E63EBC}"/>
              </a:ext>
            </a:extLst>
          </p:cNvPr>
          <p:cNvSpPr/>
          <p:nvPr/>
        </p:nvSpPr>
        <p:spPr>
          <a:xfrm>
            <a:off x="10558555" y="5260616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084BA523-4E00-0717-F652-D15EF89B0E40}"/>
              </a:ext>
            </a:extLst>
          </p:cNvPr>
          <p:cNvSpPr/>
          <p:nvPr/>
        </p:nvSpPr>
        <p:spPr>
          <a:xfrm>
            <a:off x="10987400" y="5271249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4484A54-E2BC-9C79-866B-DFD8EB9BA344}"/>
              </a:ext>
            </a:extLst>
          </p:cNvPr>
          <p:cNvSpPr/>
          <p:nvPr/>
        </p:nvSpPr>
        <p:spPr>
          <a:xfrm>
            <a:off x="11416245" y="5271249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9CB174F-238F-022E-0B83-5FEDDC06893F}"/>
              </a:ext>
            </a:extLst>
          </p:cNvPr>
          <p:cNvSpPr/>
          <p:nvPr/>
        </p:nvSpPr>
        <p:spPr>
          <a:xfrm>
            <a:off x="8655190" y="4847487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FFB49C2C-3317-0284-7067-9C921B38BFFE}"/>
              </a:ext>
            </a:extLst>
          </p:cNvPr>
          <p:cNvSpPr/>
          <p:nvPr/>
        </p:nvSpPr>
        <p:spPr>
          <a:xfrm>
            <a:off x="9084035" y="4858120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D97E2666-390C-77A5-5809-948C6D6BCEA2}"/>
              </a:ext>
            </a:extLst>
          </p:cNvPr>
          <p:cNvSpPr/>
          <p:nvPr/>
        </p:nvSpPr>
        <p:spPr>
          <a:xfrm>
            <a:off x="9512880" y="4858120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98FB4E40-226F-5E87-79D6-50D830B35A2B}"/>
              </a:ext>
            </a:extLst>
          </p:cNvPr>
          <p:cNvSpPr/>
          <p:nvPr/>
        </p:nvSpPr>
        <p:spPr>
          <a:xfrm>
            <a:off x="8624395" y="4414637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970905A1-2121-1A9E-4A84-02E3124E3221}"/>
              </a:ext>
            </a:extLst>
          </p:cNvPr>
          <p:cNvSpPr/>
          <p:nvPr/>
        </p:nvSpPr>
        <p:spPr>
          <a:xfrm>
            <a:off x="9053240" y="4425270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AC4CFA48-9BF8-4321-DA93-AAF05F8CF36C}"/>
              </a:ext>
            </a:extLst>
          </p:cNvPr>
          <p:cNvSpPr/>
          <p:nvPr/>
        </p:nvSpPr>
        <p:spPr>
          <a:xfrm>
            <a:off x="9482085" y="4425270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8291B705-98DC-E3B9-3365-649380EE9A07}"/>
              </a:ext>
            </a:extLst>
          </p:cNvPr>
          <p:cNvSpPr/>
          <p:nvPr/>
        </p:nvSpPr>
        <p:spPr>
          <a:xfrm>
            <a:off x="8624395" y="4004063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78608CB3-878C-F734-50DC-9052BEF799D5}"/>
              </a:ext>
            </a:extLst>
          </p:cNvPr>
          <p:cNvSpPr/>
          <p:nvPr/>
        </p:nvSpPr>
        <p:spPr>
          <a:xfrm>
            <a:off x="9053240" y="4014696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49982AD5-1AEC-0738-E13C-95D0DDE2F981}"/>
              </a:ext>
            </a:extLst>
          </p:cNvPr>
          <p:cNvSpPr/>
          <p:nvPr/>
        </p:nvSpPr>
        <p:spPr>
          <a:xfrm>
            <a:off x="9482085" y="4014696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736BBBBA-953B-B1A6-043A-3FA3FAB688D7}"/>
              </a:ext>
            </a:extLst>
          </p:cNvPr>
          <p:cNvSpPr/>
          <p:nvPr/>
        </p:nvSpPr>
        <p:spPr>
          <a:xfrm>
            <a:off x="8624395" y="3586678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FA33F679-19AD-16B5-7A4C-6C8261826FAE}"/>
              </a:ext>
            </a:extLst>
          </p:cNvPr>
          <p:cNvSpPr/>
          <p:nvPr/>
        </p:nvSpPr>
        <p:spPr>
          <a:xfrm>
            <a:off x="9053240" y="3597311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9096FCAB-593A-CF5B-EA3E-903B5A1A26C9}"/>
              </a:ext>
            </a:extLst>
          </p:cNvPr>
          <p:cNvSpPr/>
          <p:nvPr/>
        </p:nvSpPr>
        <p:spPr>
          <a:xfrm>
            <a:off x="9482085" y="3597311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316047D3-CD17-4CF4-0AD9-F095CA9F5984}"/>
              </a:ext>
            </a:extLst>
          </p:cNvPr>
          <p:cNvSpPr/>
          <p:nvPr/>
        </p:nvSpPr>
        <p:spPr>
          <a:xfrm>
            <a:off x="8624395" y="3156749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24FA0D12-873A-8916-E4CC-AD00F8CDF0CC}"/>
              </a:ext>
            </a:extLst>
          </p:cNvPr>
          <p:cNvSpPr/>
          <p:nvPr/>
        </p:nvSpPr>
        <p:spPr>
          <a:xfrm>
            <a:off x="9053240" y="3167382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DC4067C9-E6D5-9B48-A0F0-5D9401E15F26}"/>
              </a:ext>
            </a:extLst>
          </p:cNvPr>
          <p:cNvSpPr/>
          <p:nvPr/>
        </p:nvSpPr>
        <p:spPr>
          <a:xfrm>
            <a:off x="9482085" y="3167382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9DAC59B6-718D-7F48-9903-868C24248797}"/>
              </a:ext>
            </a:extLst>
          </p:cNvPr>
          <p:cNvSpPr/>
          <p:nvPr/>
        </p:nvSpPr>
        <p:spPr>
          <a:xfrm>
            <a:off x="10558555" y="4836854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BAB8E75F-62D4-91B2-BF46-597B0A6829C6}"/>
              </a:ext>
            </a:extLst>
          </p:cNvPr>
          <p:cNvSpPr/>
          <p:nvPr/>
        </p:nvSpPr>
        <p:spPr>
          <a:xfrm>
            <a:off x="10987400" y="4847487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E6B3DC8D-59EC-0319-009A-3A2C1E53280A}"/>
              </a:ext>
            </a:extLst>
          </p:cNvPr>
          <p:cNvSpPr/>
          <p:nvPr/>
        </p:nvSpPr>
        <p:spPr>
          <a:xfrm>
            <a:off x="11416245" y="4847487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3155C37C-92BF-8EB5-3E2A-ECD16B14C3E4}"/>
              </a:ext>
            </a:extLst>
          </p:cNvPr>
          <p:cNvSpPr/>
          <p:nvPr/>
        </p:nvSpPr>
        <p:spPr>
          <a:xfrm>
            <a:off x="10558555" y="4444990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5B790E75-9027-CC6F-DEEA-64EFC6D44111}"/>
              </a:ext>
            </a:extLst>
          </p:cNvPr>
          <p:cNvSpPr/>
          <p:nvPr/>
        </p:nvSpPr>
        <p:spPr>
          <a:xfrm>
            <a:off x="10987400" y="4455623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CAB64676-F70B-A638-7CAF-A62310B1F018}"/>
              </a:ext>
            </a:extLst>
          </p:cNvPr>
          <p:cNvSpPr/>
          <p:nvPr/>
        </p:nvSpPr>
        <p:spPr>
          <a:xfrm>
            <a:off x="11416245" y="4455623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159A1BAE-B1D2-7600-C667-C5793BF48562}"/>
              </a:ext>
            </a:extLst>
          </p:cNvPr>
          <p:cNvSpPr/>
          <p:nvPr/>
        </p:nvSpPr>
        <p:spPr>
          <a:xfrm>
            <a:off x="10528718" y="4028287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250A8FC2-85D4-9CD9-00A6-A935B236963D}"/>
              </a:ext>
            </a:extLst>
          </p:cNvPr>
          <p:cNvSpPr/>
          <p:nvPr/>
        </p:nvSpPr>
        <p:spPr>
          <a:xfrm>
            <a:off x="10957563" y="4038920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7C5EE548-609A-7919-AF7B-243F9CFEF655}"/>
              </a:ext>
            </a:extLst>
          </p:cNvPr>
          <p:cNvSpPr/>
          <p:nvPr/>
        </p:nvSpPr>
        <p:spPr>
          <a:xfrm>
            <a:off x="11386408" y="4038920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5B34C2A2-9C15-4B15-7AB3-92B72EA64F64}"/>
              </a:ext>
            </a:extLst>
          </p:cNvPr>
          <p:cNvSpPr/>
          <p:nvPr/>
        </p:nvSpPr>
        <p:spPr>
          <a:xfrm>
            <a:off x="10528718" y="3593892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599AD5D4-6B8E-00F5-5DA2-A59576023314}"/>
              </a:ext>
            </a:extLst>
          </p:cNvPr>
          <p:cNvSpPr/>
          <p:nvPr/>
        </p:nvSpPr>
        <p:spPr>
          <a:xfrm>
            <a:off x="10957563" y="3604525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2FE3C868-CFC0-169F-9898-8EBF256259FE}"/>
              </a:ext>
            </a:extLst>
          </p:cNvPr>
          <p:cNvSpPr/>
          <p:nvPr/>
        </p:nvSpPr>
        <p:spPr>
          <a:xfrm>
            <a:off x="11386408" y="3604525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5615588A-51BE-BA7A-2931-3A1771CAE291}"/>
              </a:ext>
            </a:extLst>
          </p:cNvPr>
          <p:cNvSpPr/>
          <p:nvPr/>
        </p:nvSpPr>
        <p:spPr>
          <a:xfrm>
            <a:off x="10513321" y="3156749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CC1C437A-BDB9-9FFA-5824-F557A797C61F}"/>
              </a:ext>
            </a:extLst>
          </p:cNvPr>
          <p:cNvSpPr/>
          <p:nvPr/>
        </p:nvSpPr>
        <p:spPr>
          <a:xfrm>
            <a:off x="10942166" y="3167382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6BD3C50A-2DD8-72CC-514C-A3A850F1D818}"/>
              </a:ext>
            </a:extLst>
          </p:cNvPr>
          <p:cNvSpPr/>
          <p:nvPr/>
        </p:nvSpPr>
        <p:spPr>
          <a:xfrm>
            <a:off x="11371011" y="3167382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6200CE33-4CF1-E1FF-1099-88779165B67C}"/>
              </a:ext>
            </a:extLst>
          </p:cNvPr>
          <p:cNvSpPr/>
          <p:nvPr/>
        </p:nvSpPr>
        <p:spPr>
          <a:xfrm>
            <a:off x="8653850" y="2296746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7292B490-6D67-92B4-79CC-54D0663B2658}"/>
              </a:ext>
            </a:extLst>
          </p:cNvPr>
          <p:cNvSpPr/>
          <p:nvPr/>
        </p:nvSpPr>
        <p:spPr>
          <a:xfrm>
            <a:off x="9082695" y="2307379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69603FC6-6F5B-BDF2-54FD-DB536F8DE609}"/>
              </a:ext>
            </a:extLst>
          </p:cNvPr>
          <p:cNvSpPr/>
          <p:nvPr/>
        </p:nvSpPr>
        <p:spPr>
          <a:xfrm>
            <a:off x="9511540" y="2307379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350C0AED-3B97-930F-7854-6B68167C6CF0}"/>
              </a:ext>
            </a:extLst>
          </p:cNvPr>
          <p:cNvSpPr/>
          <p:nvPr/>
        </p:nvSpPr>
        <p:spPr>
          <a:xfrm>
            <a:off x="10528718" y="2296746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D92CE6A3-8709-3328-99EC-53CB8AC6C07D}"/>
              </a:ext>
            </a:extLst>
          </p:cNvPr>
          <p:cNvSpPr/>
          <p:nvPr/>
        </p:nvSpPr>
        <p:spPr>
          <a:xfrm>
            <a:off x="10957563" y="2307379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1A84D6C7-E2C4-605A-4AB5-C13846B5B9DB}"/>
              </a:ext>
            </a:extLst>
          </p:cNvPr>
          <p:cNvSpPr/>
          <p:nvPr/>
        </p:nvSpPr>
        <p:spPr>
          <a:xfrm>
            <a:off x="11386408" y="2307379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00CD6CEB-D2DD-BC5F-6257-D49482A8D198}"/>
              </a:ext>
            </a:extLst>
          </p:cNvPr>
          <p:cNvSpPr/>
          <p:nvPr/>
        </p:nvSpPr>
        <p:spPr>
          <a:xfrm>
            <a:off x="8624395" y="2725500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B3FD8BBD-42B6-C186-64EC-46D5DEBDF94E}"/>
              </a:ext>
            </a:extLst>
          </p:cNvPr>
          <p:cNvSpPr/>
          <p:nvPr/>
        </p:nvSpPr>
        <p:spPr>
          <a:xfrm>
            <a:off x="9053240" y="2736133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707A7ACE-F441-F3A3-0062-24626B23A352}"/>
              </a:ext>
            </a:extLst>
          </p:cNvPr>
          <p:cNvSpPr/>
          <p:nvPr/>
        </p:nvSpPr>
        <p:spPr>
          <a:xfrm>
            <a:off x="9482085" y="2736133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159E6FFF-2B97-333B-1BE1-DEE6DF673BC5}"/>
              </a:ext>
            </a:extLst>
          </p:cNvPr>
          <p:cNvSpPr/>
          <p:nvPr/>
        </p:nvSpPr>
        <p:spPr>
          <a:xfrm>
            <a:off x="10513321" y="2716565"/>
            <a:ext cx="318976" cy="3083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57CC9363-7E7E-232F-CC98-B537FBB7FA15}"/>
              </a:ext>
            </a:extLst>
          </p:cNvPr>
          <p:cNvSpPr/>
          <p:nvPr/>
        </p:nvSpPr>
        <p:spPr>
          <a:xfrm>
            <a:off x="10942166" y="2727198"/>
            <a:ext cx="318976" cy="3083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5F968D0B-BA4B-7F09-A521-79286FE2FE5A}"/>
              </a:ext>
            </a:extLst>
          </p:cNvPr>
          <p:cNvSpPr/>
          <p:nvPr/>
        </p:nvSpPr>
        <p:spPr>
          <a:xfrm>
            <a:off x="11371011" y="2727198"/>
            <a:ext cx="318976" cy="30834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313921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">
      <a:dk1>
        <a:srgbClr val="0D3B6A"/>
      </a:dk1>
      <a:lt1>
        <a:srgbClr val="FFFFFF"/>
      </a:lt1>
      <a:dk2>
        <a:srgbClr val="0D3B6A"/>
      </a:dk2>
      <a:lt2>
        <a:srgbClr val="FFFFFF"/>
      </a:lt2>
      <a:accent1>
        <a:srgbClr val="1663A5"/>
      </a:accent1>
      <a:accent2>
        <a:srgbClr val="0D3B6A"/>
      </a:accent2>
      <a:accent3>
        <a:srgbClr val="3EB68F"/>
      </a:accent3>
      <a:accent4>
        <a:srgbClr val="8DC971"/>
      </a:accent4>
      <a:accent5>
        <a:srgbClr val="0086A7"/>
      </a:accent5>
      <a:accent6>
        <a:srgbClr val="FDDA76"/>
      </a:accent6>
      <a:hlink>
        <a:srgbClr val="0086A7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663A5"/>
        </a:solidFill>
        <a:ln>
          <a:noFill/>
        </a:ln>
      </a:spPr>
      <a:bodyPr rtlCol="0" anchor="ctr"/>
      <a:lstStyle>
        <a:defPPr algn="ctr"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Consolas</vt:lpstr>
      <vt:lpstr>Roboto</vt:lpstr>
      <vt:lpstr>1_Office Theme</vt:lpstr>
      <vt:lpstr>Darba lapa: Pāris/Vārds</vt:lpstr>
    </vt:vector>
  </TitlesOfParts>
  <Company>Latvijas Valsts Radio un Televizijas Centrs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Mārtiņš Leitass</dc:creator>
  <cp:lastModifiedBy>Mārtiņš Leitass</cp:lastModifiedBy>
  <cp:revision>1</cp:revision>
  <dcterms:created xsi:type="dcterms:W3CDTF">2026-09-29T21:38:28Z</dcterms:created>
  <dcterms:modified xsi:type="dcterms:W3CDTF">2026-09-29T21:44:08Z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7f374ce-1a19-499b-9713-d7658d6a40d4_Enabled">
    <vt:lpwstr>true</vt:lpwstr>
  </property>
  <property fmtid="{D5CDD505-2E9C-101B-9397-08002B2CF9AE}" pid="3" name="MSIP_Label_d7f374ce-1a19-499b-9713-d7658d6a40d4_SetDate">
    <vt:lpwstr>2026-09-29T21:43:20Z</vt:lpwstr>
  </property>
  <property fmtid="{D5CDD505-2E9C-101B-9397-08002B2CF9AE}" pid="4" name="MSIP_Label_d7f374ce-1a19-499b-9713-d7658d6a40d4_Method">
    <vt:lpwstr>Privileged</vt:lpwstr>
  </property>
  <property fmtid="{D5CDD505-2E9C-101B-9397-08002B2CF9AE}" pid="5" name="MSIP_Label_d7f374ce-1a19-499b-9713-d7658d6a40d4_Name">
    <vt:lpwstr>Public</vt:lpwstr>
  </property>
  <property fmtid="{D5CDD505-2E9C-101B-9397-08002B2CF9AE}" pid="6" name="MSIP_Label_d7f374ce-1a19-499b-9713-d7658d6a40d4_SiteId">
    <vt:lpwstr>2e6b31ee-fbe1-4453-b89a-0a3a7c6ad5fc</vt:lpwstr>
  </property>
  <property fmtid="{D5CDD505-2E9C-101B-9397-08002B2CF9AE}" pid="7" name="MSIP_Label_d7f374ce-1a19-499b-9713-d7658d6a40d4_ActionId">
    <vt:lpwstr>9b372450-b62c-4050-a6a1-510744ac6cce</vt:lpwstr>
  </property>
  <property fmtid="{D5CDD505-2E9C-101B-9397-08002B2CF9AE}" pid="8" name="MSIP_Label_d7f374ce-1a19-499b-9713-d7658d6a40d4_ContentBits">
    <vt:lpwstr>0</vt:lpwstr>
  </property>
  <property fmtid="{D5CDD505-2E9C-101B-9397-08002B2CF9AE}" pid="9" name="MSIP_Label_d7f374ce-1a19-499b-9713-d7658d6a40d4_Tag">
    <vt:lpwstr>10, 0, 1, 1</vt:lpwstr>
  </property>
</Properties>
</file>